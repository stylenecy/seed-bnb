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1 — HOOK | ~20 dtk]</a:t>
            </a:r>
          </a:p>
          <a:p>
            <a:r>
              <a:t>Hi, I'm Yeheskiel. Quick question: lots of projects let you TRADE privately. But when the market crashes... who PROTECTS you privately?</a:t>
            </a:r>
          </a:p>
          <a:p>
            <a:r>
              <a:t>This is Cermin-RWA — shadow money, zero liquidations.</a:t>
            </a:r>
          </a:p>
          <a:p>
            <a:r>
              <a:t>It's not a place to trade. It's an agent that acts FOR you: it rescues your loan by itself, before liquidation can happen.</a:t>
            </a:r>
          </a:p>
          <a:p>
            <a:r>
              <a:t>And it's live on Canton DevNet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2 | ~18 dtk]</a:t>
            </a:r>
          </a:p>
          <a:p>
            <a:r>
              <a:t>The problem: RWA loans on-chain still use forced liquidation.</a:t>
            </a:r>
          </a:p>
          <a:p>
            <a:r>
              <a:t>Price dips — your assets get sold at the worst moment.</a:t>
            </a:r>
          </a:p>
          <a:p>
            <a:r>
              <a:t>Real markets don't work like this. A shortfall starts a process, not a fire sale.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3 | ~13 dtk]</a:t>
            </a:r>
          </a:p>
          <a:p>
            <a:r>
              <a:t>On public chains it's worse: everyone sees your position.</a:t>
            </a:r>
          </a:p>
          <a:p>
            <a:r>
              <a:t>Bots hunt it. No institution wants a public liquidation.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4 | ~22 dtk]</a:t>
            </a:r>
          </a:p>
          <a:p>
            <a:r>
              <a:t>Our answer: a guard agent plus a private Shadow Vault.</a:t>
            </a:r>
          </a:p>
          <a:p>
            <a:r>
              <a:t>You borrow from the pool, and fund a private reserve the pool can't see.</a:t>
            </a:r>
          </a:p>
          <a:p>
            <a:r>
              <a:t>When price dips, the agent repays part of your loan from that vault — automatically.</a:t>
            </a:r>
          </a:p>
          <a:p>
            <a:r>
              <a:t>No margin call. No liquidation. Nobody sees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5 | ~16 dtk]</a:t>
            </a:r>
          </a:p>
          <a:p>
            <a:r>
              <a:t>Four steps: post Treasuries or gold, borrow stablecoin, fund your vault — done.</a:t>
            </a:r>
          </a:p>
          <a:p>
            <a:r>
              <a:t>The agent watches every 5 seconds. Your loan protects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6 | ~28 dtk]</a:t>
            </a:r>
          </a:p>
          <a:p>
            <a:r>
              <a:t>Here's how it works — think of automatic braking in a car.</a:t>
            </a:r>
          </a:p>
          <a:p>
            <a:r>
              <a:t>The gold line is your collateral price. The dashed line below is the danger zone.</a:t>
            </a:r>
          </a:p>
          <a:p>
            <a:r>
              <a:t>The moment price touches it, the agent takes a little money from the vault and pays down the loan. Early, and only a little.</a:t>
            </a:r>
          </a:p>
          <a:p>
            <a:r>
              <a:t>And here's the trick: a smaller loan means the danger zone drops lower. So every rescue pushes danger further away.</a:t>
            </a:r>
          </a:p>
          <a:p>
            <a:r>
              <a:t>We tested this live: price crashed 24% — the agent fixed it in five seconds. Liquidation never even got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7 | ~24 dtk]</a:t>
            </a:r>
          </a:p>
          <a:p>
            <a:r>
              <a:t>Now the best part: nobody can see any of this happen.</a:t>
            </a:r>
          </a:p>
          <a:p>
            <a:r>
              <a:t>Left: your view — your vault, your policy, every rescue.</a:t>
            </a:r>
          </a:p>
          <a:p>
            <a:r>
              <a:t>Right: what the pool sees — no vault, no policy, no rescue. Just a loan that's always paid on time.</a:t>
            </a:r>
          </a:p>
          <a:p>
            <a:r>
              <a:t>This isn't an app setting. The ledger simply never sends your private contracts to them.</a:t>
            </a:r>
          </a:p>
          <a:p>
            <a:r>
              <a:t>On a public chain, everyone would see everything. Here, protection is invisible.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8 | ~18 dtk]</a:t>
            </a:r>
          </a:p>
          <a:p>
            <a:r>
              <a:t>One more thing only RWA can do: Treasuries pay coupons.</a:t>
            </a:r>
          </a:p>
          <a:p>
            <a:r>
              <a:t>Cermin sweeps that yield into the loan — 112 dollars every quarter, automatic.</a:t>
            </a:r>
          </a:p>
          <a:p>
            <a:r>
              <a:t>The loan pays itself off. BTC can't do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9 — CLOSE | ~13 dtk]</a:t>
            </a:r>
          </a:p>
          <a:p>
            <a:r>
              <a:t>So: others built private places to transact.</a:t>
            </a:r>
          </a:p>
          <a:p>
            <a:r>
              <a:t>We built the agent that protects you while you do — and it already rescued a real loan on DevNet, and nobody saw it happen.</a:t>
            </a:r>
          </a:p>
          <a:p>
            <a:r>
              <a:t>Cermin-RWA. Shadow money, zero liquidations. Try it: cermin-rwa.vercel.app. Thank you!</a:t>
            </a:r>
          </a:p>
          <a:p>
            <a:r>
              <a:t>[TOTAL ~2 mnt 50 dtk]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hyperlink" Target="https://cermin-rwa.vercel.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" y="4041648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liquidation protection for tokenized real world asset loans, live on Canton Network.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22376" y="5989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9A8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cermin-rwa.vercel.app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· Private · Live on DevNet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D68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22376" y="2514600"/>
            <a:ext cx="4343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 collateralized loans inherit DeFi's ugliest mechanic: forced liquidation. Rates move, bond and gold prices dip, and positions get sold at the worst possible moment.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22376" y="44348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DBA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 of OTC transaction costs are operational,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mostly manual margin work. (ISDA)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7456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D68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WORSE ON-CHAIN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77456" y="2542032"/>
            <a:ext cx="4343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public chains your position is visible to everyone. Liquidation bots hunt it and competitors front run it. Liquidation becomes public theater, a headline no institution can afford.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E4C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22376" y="2542032"/>
            <a:ext cx="4343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Cermin-RWA is an autonomous guard agent with a private Shadow Vault. When your collateral dips, it quietly repays part of your loan before any margin call or liquidation. No fire sale. No one sees it happen.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then your loan protects itself.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13232" y="4224528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tokenized Treasury or gold as collateral.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465576" y="4224528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stablecoin against 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0" y="4224528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a private reserve only you can see.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70264" y="4224528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Cermin watches every 5s and auto-repays on a dip.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C9A8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MECHANISM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58952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 early. Never even close.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" y="587044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FC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166.7%</a:t>
            </a:r>
            <a:pPr algn="l" indent="0" marL="0">
              <a:buNone/>
            </a:pPr>
            <a:r>
              <a:rPr lang="en-US" sz="17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dips to   </a:t>
            </a:r>
            <a:pPr algn="l" indent="0" marL="0">
              <a:buNone/>
            </a:pPr>
            <a:r>
              <a:rPr lang="en-US" sz="1700" b="1" dirty="0">
                <a:solidFill>
                  <a:srgbClr val="D68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126.7%</a:t>
            </a:r>
            <a:pPr algn="l" indent="0" marL="0">
              <a:buNone/>
            </a:pPr>
            <a:r>
              <a:rPr lang="en-US" sz="17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Cermin repays   </a:t>
            </a:r>
            <a:pPr algn="l" indent="0" marL="0">
              <a:buNone/>
            </a:pPr>
            <a:r>
              <a:rPr lang="en-US" sz="1700" b="1" dirty="0">
                <a:solidFill>
                  <a:srgbClr val="E4C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$758.62</a:t>
            </a:r>
            <a:pPr algn="l" indent="0" marL="0">
              <a:buNone/>
            </a:pPr>
            <a:r>
              <a:rPr lang="en-US" sz="17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back to   </a:t>
            </a:r>
            <a:pPr algn="l" indent="0" marL="0">
              <a:buNone/>
            </a:pPr>
            <a:r>
              <a:rPr lang="en-US" sz="1700" b="1" dirty="0">
                <a:solidFill>
                  <a:srgbClr val="8FC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145.0%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952" y="627278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repay shrinks the loan, so the breach price steps down and liquidation never gets a chance.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4553712"/>
            <a:ext cx="4764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E4C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vault</a:t>
            </a:r>
            <a:endParaRPr lang="en-US" sz="21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E4C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policy</a:t>
            </a:r>
            <a:endParaRPr lang="en-US" sz="21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E4C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rescue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236208" y="4553712"/>
            <a:ext cx="4764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8FC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ctr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vaults</a:t>
            </a:r>
            <a:endParaRPr lang="en-US" sz="21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8FC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ctr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rescues</a:t>
            </a:r>
            <a:endParaRPr lang="en-US" sz="21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8FC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ctr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policies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on EVM. Structural on Canton. Daml ships each contract only to its named parties.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C9A8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RWA SUPERPOWER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22376" y="2395728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Treasuries pay coupons. Cermin routes that yield straight into loan repayment, so the loan shrinks while it stays protected.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22376" y="4023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4C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$112.50 swept every quarter, automatically.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" y="45902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 could never do this. RWA can.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Cermin-RWA  ·  Built on Canton Network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22376" y="5897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live   →   </a:t>
            </a:r>
            <a:pPr algn="l" indent="0" marL="0">
              <a:buNone/>
            </a:pPr>
            <a:r>
              <a:rPr lang="en-US" sz="2200" b="1" u="sng" dirty="0">
                <a:solidFill>
                  <a:srgbClr val="E4CF9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cermin-rwa.vercel.app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Cermin-RWA Pitch Deck</dc:title>
  <dc:subject>PptxGenJS Presentation</dc:subject>
  <dc:creator>Cermin-RWA</dc:creator>
  <cp:lastModifiedBy>Cermin-RWA</cp:lastModifiedBy>
  <cp:revision>1</cp:revision>
  <dcterms:created xsi:type="dcterms:W3CDTF">2026-07-20T09:14:07Z</dcterms:created>
  <dcterms:modified xsi:type="dcterms:W3CDTF">2026-07-20T09:14:07Z</dcterms:modified>
</cp:coreProperties>
</file>